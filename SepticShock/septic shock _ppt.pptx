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8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30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6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2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7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0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16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31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05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48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2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AEF52-CDAE-4754-B6A0-F614D2F7D30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2DEC9-8D37-4B6B-8E7A-1888566C5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0510" y="478172"/>
            <a:ext cx="84225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/>
              <a:t>이름 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김 예 진</a:t>
            </a:r>
            <a:endParaRPr lang="en-US" altLang="ko-KR" sz="2800" dirty="0" smtClean="0"/>
          </a:p>
          <a:p>
            <a:r>
              <a:rPr lang="ko-KR" altLang="en-US" sz="2800" dirty="0" smtClean="0"/>
              <a:t>나이 </a:t>
            </a:r>
            <a:r>
              <a:rPr lang="en-US" altLang="ko-KR" sz="2800" dirty="0" smtClean="0"/>
              <a:t>: 5</a:t>
            </a:r>
            <a:r>
              <a:rPr lang="ko-KR" altLang="en-US" sz="2800" dirty="0" smtClean="0"/>
              <a:t>세</a:t>
            </a:r>
            <a:endParaRPr lang="en-US" altLang="ko-KR" sz="2800" dirty="0" smtClean="0"/>
          </a:p>
          <a:p>
            <a:r>
              <a:rPr lang="ko-KR" altLang="en-US" sz="2800" dirty="0" smtClean="0"/>
              <a:t>성별 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여</a:t>
            </a:r>
            <a:endParaRPr lang="en-US" altLang="ko-KR" sz="2800" dirty="0" smtClean="0"/>
          </a:p>
          <a:p>
            <a:endParaRPr lang="en-US" altLang="ko-KR" sz="2800" dirty="0" smtClean="0"/>
          </a:p>
          <a:p>
            <a:r>
              <a:rPr lang="ko-KR" altLang="en-US" sz="2800" dirty="0" smtClean="0"/>
              <a:t>키      </a:t>
            </a:r>
            <a:r>
              <a:rPr lang="en-US" altLang="ko-KR" sz="2800" dirty="0" smtClean="0"/>
              <a:t>: 101cm</a:t>
            </a:r>
          </a:p>
          <a:p>
            <a:r>
              <a:rPr lang="ko-KR" altLang="en-US" sz="2800" dirty="0" smtClean="0"/>
              <a:t>몸무게 </a:t>
            </a:r>
            <a:r>
              <a:rPr lang="en-US" altLang="ko-KR" sz="2800" dirty="0" smtClean="0"/>
              <a:t>: 17 kg</a:t>
            </a:r>
          </a:p>
          <a:p>
            <a:endParaRPr lang="en-US" altLang="ko-KR" sz="2800" dirty="0"/>
          </a:p>
          <a:p>
            <a:r>
              <a:rPr lang="ko-KR" altLang="en-US" sz="2800" dirty="0" smtClean="0"/>
              <a:t>진단명 </a:t>
            </a:r>
            <a:r>
              <a:rPr lang="en-US" altLang="ko-KR" sz="2800" dirty="0" smtClean="0"/>
              <a:t>: B-cell ALL leukemia</a:t>
            </a:r>
          </a:p>
          <a:p>
            <a:endParaRPr lang="en-US" altLang="ko-KR" sz="2800" dirty="0"/>
          </a:p>
          <a:p>
            <a:r>
              <a:rPr lang="ko-KR" altLang="en-US" sz="2800" dirty="0" err="1" smtClean="0"/>
              <a:t>주증상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발열</a:t>
            </a:r>
            <a:r>
              <a:rPr lang="en-US" altLang="ko-KR" sz="2800" dirty="0" smtClean="0"/>
              <a:t>, </a:t>
            </a:r>
            <a:r>
              <a:rPr lang="ko-KR" altLang="en-US" sz="2800" dirty="0" err="1" smtClean="0"/>
              <a:t>쳐짐</a:t>
            </a:r>
            <a:endParaRPr lang="en-US" altLang="ko-KR" sz="2800" dirty="0" smtClean="0"/>
          </a:p>
        </p:txBody>
      </p:sp>
    </p:spTree>
    <p:extLst>
      <p:ext uri="{BB962C8B-B14F-4D97-AF65-F5344CB8AC3E}">
        <p14:creationId xmlns:p14="http://schemas.microsoft.com/office/powerpoint/2010/main" val="96470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1570" y="1140903"/>
            <a:ext cx="94292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/>
              <a:t>VBGA</a:t>
            </a:r>
          </a:p>
          <a:p>
            <a:pPr algn="ctr"/>
            <a:endParaRPr lang="en-US" altLang="ko-KR" sz="2000" dirty="0"/>
          </a:p>
          <a:p>
            <a:pPr algn="ctr"/>
            <a:r>
              <a:rPr lang="en-US" altLang="ko-KR" sz="3200" dirty="0" smtClean="0"/>
              <a:t>pH 7.02   pCO</a:t>
            </a:r>
            <a:r>
              <a:rPr lang="en-US" altLang="ko-KR" sz="3200" baseline="-25000" dirty="0" smtClean="0"/>
              <a:t>2</a:t>
            </a:r>
            <a:r>
              <a:rPr lang="en-US" altLang="ko-KR" sz="3200" dirty="0" smtClean="0"/>
              <a:t> 49   BE -13   HCO</a:t>
            </a:r>
            <a:r>
              <a:rPr lang="en-US" altLang="ko-KR" sz="3200" baseline="-25000" dirty="0" smtClean="0"/>
              <a:t>3</a:t>
            </a:r>
            <a:r>
              <a:rPr lang="en-US" altLang="ko-KR" sz="3200" dirty="0" smtClean="0"/>
              <a:t> 10</a:t>
            </a:r>
          </a:p>
          <a:p>
            <a:pPr algn="ctr"/>
            <a:endParaRPr lang="en-US" altLang="ko-KR" sz="3200" dirty="0" smtClean="0"/>
          </a:p>
          <a:p>
            <a:pPr algn="ctr"/>
            <a:r>
              <a:rPr lang="en-US" altLang="ko-KR" sz="3200" dirty="0" smtClean="0"/>
              <a:t>Lactic acid 8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83737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</Words>
  <Application>Microsoft Office PowerPoint</Application>
  <PresentationFormat>와이드스크린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김다현</dc:creator>
  <cp:lastModifiedBy>김다현</cp:lastModifiedBy>
  <cp:revision>1</cp:revision>
  <dcterms:created xsi:type="dcterms:W3CDTF">2026-05-11T00:47:52Z</dcterms:created>
  <dcterms:modified xsi:type="dcterms:W3CDTF">2026-05-11T00:51:33Z</dcterms:modified>
</cp:coreProperties>
</file>
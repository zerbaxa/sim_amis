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4" r:id="rId2"/>
    <p:sldId id="275" r:id="rId3"/>
    <p:sldId id="276" r:id="rId4"/>
    <p:sldId id="281" r:id="rId5"/>
    <p:sldId id="278" r:id="rId6"/>
    <p:sldId id="279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82" r:id="rId15"/>
    <p:sldId id="270" r:id="rId16"/>
    <p:sldId id="272" r:id="rId17"/>
    <p:sldId id="273" r:id="rId18"/>
    <p:sldId id="256" r:id="rId19"/>
    <p:sldId id="257" r:id="rId20"/>
    <p:sldId id="258" r:id="rId21"/>
    <p:sldId id="260" r:id="rId22"/>
    <p:sldId id="280" r:id="rId23"/>
    <p:sldId id="26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A3D"/>
    <a:srgbClr val="3A0A22"/>
    <a:srgbClr val="0A3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1831E-EB77-BF40-BBB9-7F03E1A8B853}" v="2" dt="2026-07-04T10:43:05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6164"/>
  </p:normalViewPr>
  <p:slideViewPr>
    <p:cSldViewPr snapToGrid="0" snapToObjects="1">
      <p:cViewPr varScale="1">
        <p:scale>
          <a:sx n="77" d="100"/>
          <a:sy n="77" d="100"/>
        </p:scale>
        <p:origin x="115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kyo Chun" userId="b6c8bf80c6d93909" providerId="LiveId" clId="{D075B828-2F80-5311-9347-DB0869C6C447}"/>
    <pc:docChg chg="undo custSel addSld delSld modSld">
      <pc:chgData name="Minkyo Chun" userId="b6c8bf80c6d93909" providerId="LiveId" clId="{D075B828-2F80-5311-9347-DB0869C6C447}" dt="2026-07-04T10:43:25.062" v="13" actId="20577"/>
      <pc:docMkLst>
        <pc:docMk/>
      </pc:docMkLst>
      <pc:sldChg chg="modSp add del mod">
        <pc:chgData name="Minkyo Chun" userId="b6c8bf80c6d93909" providerId="LiveId" clId="{D075B828-2F80-5311-9347-DB0869C6C447}" dt="2026-07-04T10:43:25.062" v="13" actId="20577"/>
        <pc:sldMkLst>
          <pc:docMk/>
          <pc:sldMk cId="0" sldId="256"/>
        </pc:sldMkLst>
        <pc:spChg chg="mod">
          <ac:chgData name="Minkyo Chun" userId="b6c8bf80c6d93909" providerId="LiveId" clId="{D075B828-2F80-5311-9347-DB0869C6C447}" dt="2026-07-04T10:43:25.062" v="13" actId="20577"/>
          <ac:spMkLst>
            <pc:docMk/>
            <pc:sldMk cId="0" sldId="256"/>
            <ac:spMk id="4" creationId="{00000000-0000-0000-0000-000000000000}"/>
          </ac:spMkLst>
        </pc:spChg>
      </pc:sldChg>
      <pc:sldChg chg="add del">
        <pc:chgData name="Minkyo Chun" userId="b6c8bf80c6d93909" providerId="LiveId" clId="{D075B828-2F80-5311-9347-DB0869C6C447}" dt="2026-07-04T10:43:22.645" v="8" actId="2696"/>
        <pc:sldMkLst>
          <pc:docMk/>
          <pc:sldMk cId="0" sldId="257"/>
        </pc:sldMkLst>
      </pc:sldChg>
      <pc:sldChg chg="add del">
        <pc:chgData name="Minkyo Chun" userId="b6c8bf80c6d93909" providerId="LiveId" clId="{D075B828-2F80-5311-9347-DB0869C6C447}" dt="2026-07-04T10:43:22.645" v="8" actId="2696"/>
        <pc:sldMkLst>
          <pc:docMk/>
          <pc:sldMk cId="0" sldId="258"/>
        </pc:sldMkLst>
      </pc:sldChg>
      <pc:sldChg chg="add del">
        <pc:chgData name="Minkyo Chun" userId="b6c8bf80c6d93909" providerId="LiveId" clId="{D075B828-2F80-5311-9347-DB0869C6C447}" dt="2026-07-04T10:43:22.645" v="8" actId="2696"/>
        <pc:sldMkLst>
          <pc:docMk/>
          <pc:sldMk cId="0" sldId="260"/>
        </pc:sldMkLst>
      </pc:sldChg>
      <pc:sldChg chg="add del">
        <pc:chgData name="Minkyo Chun" userId="b6c8bf80c6d93909" providerId="LiveId" clId="{D075B828-2F80-5311-9347-DB0869C6C447}" dt="2026-07-04T10:43:22.645" v="8" actId="2696"/>
        <pc:sldMkLst>
          <pc:docMk/>
          <pc:sldMk cId="0" sldId="261"/>
        </pc:sldMkLst>
      </pc:sldChg>
      <pc:sldChg chg="modSp add del mod">
        <pc:chgData name="Minkyo Chun" userId="b6c8bf80c6d93909" providerId="LiveId" clId="{D075B828-2F80-5311-9347-DB0869C6C447}" dt="2026-07-04T10:43:23.854" v="11" actId="20577"/>
        <pc:sldMkLst>
          <pc:docMk/>
          <pc:sldMk cId="0" sldId="274"/>
        </pc:sldMkLst>
        <pc:spChg chg="mod">
          <ac:chgData name="Minkyo Chun" userId="b6c8bf80c6d93909" providerId="LiveId" clId="{D075B828-2F80-5311-9347-DB0869C6C447}" dt="2026-07-04T10:43:23.854" v="11" actId="20577"/>
          <ac:spMkLst>
            <pc:docMk/>
            <pc:sldMk cId="0" sldId="274"/>
            <ac:spMk id="4" creationId="{00000000-0000-0000-0000-000000000000}"/>
          </ac:spMkLst>
        </pc:spChg>
      </pc:sldChg>
      <pc:sldChg chg="add del setBg">
        <pc:chgData name="Minkyo Chun" userId="b6c8bf80c6d93909" providerId="LiveId" clId="{D075B828-2F80-5311-9347-DB0869C6C447}" dt="2026-07-04T10:43:05.789" v="6"/>
        <pc:sldMkLst>
          <pc:docMk/>
          <pc:sldMk cId="62944567" sldId="274"/>
        </pc:sldMkLst>
      </pc:sldChg>
      <pc:sldChg chg="add del">
        <pc:chgData name="Minkyo Chun" userId="b6c8bf80c6d93909" providerId="LiveId" clId="{D075B828-2F80-5311-9347-DB0869C6C447}" dt="2026-07-04T10:43:23.033" v="9" actId="2696"/>
        <pc:sldMkLst>
          <pc:docMk/>
          <pc:sldMk cId="0" sldId="275"/>
        </pc:sldMkLst>
      </pc:sldChg>
      <pc:sldChg chg="add del setBg">
        <pc:chgData name="Minkyo Chun" userId="b6c8bf80c6d93909" providerId="LiveId" clId="{D075B828-2F80-5311-9347-DB0869C6C447}" dt="2026-07-04T10:43:05.789" v="6"/>
        <pc:sldMkLst>
          <pc:docMk/>
          <pc:sldMk cId="1420319667" sldId="275"/>
        </pc:sldMkLst>
      </pc:sldChg>
      <pc:sldChg chg="add del">
        <pc:chgData name="Minkyo Chun" userId="b6c8bf80c6d93909" providerId="LiveId" clId="{D075B828-2F80-5311-9347-DB0869C6C447}" dt="2026-07-04T10:43:23.033" v="9" actId="2696"/>
        <pc:sldMkLst>
          <pc:docMk/>
          <pc:sldMk cId="0" sldId="276"/>
        </pc:sldMkLst>
      </pc:sldChg>
      <pc:sldChg chg="add del setBg">
        <pc:chgData name="Minkyo Chun" userId="b6c8bf80c6d93909" providerId="LiveId" clId="{D075B828-2F80-5311-9347-DB0869C6C447}" dt="2026-07-04T10:43:05.789" v="6"/>
        <pc:sldMkLst>
          <pc:docMk/>
          <pc:sldMk cId="1695447345" sldId="276"/>
        </pc:sldMkLst>
      </pc:sldChg>
      <pc:sldChg chg="add del">
        <pc:chgData name="Minkyo Chun" userId="b6c8bf80c6d93909" providerId="LiveId" clId="{D075B828-2F80-5311-9347-DB0869C6C447}" dt="2026-07-04T10:43:23.033" v="9" actId="2696"/>
        <pc:sldMkLst>
          <pc:docMk/>
          <pc:sldMk cId="0" sldId="278"/>
        </pc:sldMkLst>
      </pc:sldChg>
      <pc:sldChg chg="add del setBg">
        <pc:chgData name="Minkyo Chun" userId="b6c8bf80c6d93909" providerId="LiveId" clId="{D075B828-2F80-5311-9347-DB0869C6C447}" dt="2026-07-04T10:43:05.789" v="6"/>
        <pc:sldMkLst>
          <pc:docMk/>
          <pc:sldMk cId="1380139421" sldId="278"/>
        </pc:sldMkLst>
      </pc:sldChg>
      <pc:sldChg chg="add del">
        <pc:chgData name="Minkyo Chun" userId="b6c8bf80c6d93909" providerId="LiveId" clId="{D075B828-2F80-5311-9347-DB0869C6C447}" dt="2026-07-04T10:43:23.033" v="9" actId="2696"/>
        <pc:sldMkLst>
          <pc:docMk/>
          <pc:sldMk cId="0" sldId="279"/>
        </pc:sldMkLst>
      </pc:sldChg>
      <pc:sldChg chg="add del setBg">
        <pc:chgData name="Minkyo Chun" userId="b6c8bf80c6d93909" providerId="LiveId" clId="{D075B828-2F80-5311-9347-DB0869C6C447}" dt="2026-07-04T10:43:05.789" v="6"/>
        <pc:sldMkLst>
          <pc:docMk/>
          <pc:sldMk cId="3310917318" sldId="279"/>
        </pc:sldMkLst>
      </pc:sldChg>
      <pc:sldChg chg="add del">
        <pc:chgData name="Minkyo Chun" userId="b6c8bf80c6d93909" providerId="LiveId" clId="{D075B828-2F80-5311-9347-DB0869C6C447}" dt="2026-07-04T10:43:22.645" v="8" actId="2696"/>
        <pc:sldMkLst>
          <pc:docMk/>
          <pc:sldMk cId="96949993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4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CE80F-0142-DDDB-F950-0E6E3DBE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747D0-90B0-9027-6E29-620248EF0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32031-41CE-668F-32AB-16B6CEDD2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64420-B712-F02F-FF49-2B3912C86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08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CC0A-0356-3B2F-8B4B-18BF76EB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4EE60-37CB-C858-5D5C-5B8D85688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BBF2A-4F0D-CCFE-BB2E-39046E42C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4EF37-65F1-5745-3F70-704559F8A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45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선생님</a:t>
            </a:r>
            <a:r>
              <a:rPr lang="ko-KR" altLang="en-US" dirty="0"/>
              <a:t> 처치실에 </a:t>
            </a:r>
            <a:r>
              <a:rPr lang="ko-KR" altLang="en-US" dirty="0" err="1"/>
              <a:t>환자좀</a:t>
            </a:r>
            <a:r>
              <a:rPr lang="ko-KR" altLang="en-US" dirty="0"/>
              <a:t> 봐주세요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살 남자아이인데 많이 헐떡거려서 처치실에 </a:t>
            </a:r>
            <a:r>
              <a:rPr lang="ko-KR" altLang="en-US" dirty="0" err="1"/>
              <a:t>눕혀놨어요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68F35-B9E3-E171-801F-5EDAEF85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74802-2945-11C3-C50F-7B0E18364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27A63-B0CD-7DC1-A0B3-84EA0A9A2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6FAB-C8A4-5FAA-654C-36626543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39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A0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691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새벽</a:t>
            </a: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 err="1">
                <a:solidFill>
                  <a:srgbClr val="E9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소아응급의료센터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A0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진료실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번에서 졸린 눈을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부비고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있을 때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간호사가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다급히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진료실 문을 두드린다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0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640080" y="2782683"/>
            <a:ext cx="1091153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38715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3082772"/>
            <a:ext cx="9585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선생님, 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f/u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하는 아이인데 </a:t>
            </a:r>
            <a:r>
              <a:rPr lang="ko-KR" altLang="en-US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열이</a:t>
            </a: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나고</a:t>
            </a: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축 처져서 왔어요. 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컨디션이 </a:t>
            </a:r>
            <a:r>
              <a:rPr lang="ko-KR" alt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별로라서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처치실에 </a:t>
            </a:r>
            <a:r>
              <a:rPr lang="ko-KR" alt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눕혀놨어요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00200" y="384338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1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간호사</a:t>
            </a:r>
            <a:endParaRPr lang="en-US" sz="1200" dirty="0"/>
          </a:p>
        </p:txBody>
      </p:sp>
      <p:pic>
        <p:nvPicPr>
          <p:cNvPr id="22" name="오디오 21">
            <a:extLst>
              <a:ext uri="{FF2B5EF4-FFF2-40B4-BE49-F238E27FC236}">
                <a16:creationId xmlns:a16="http://schemas.microsoft.com/office/drawing/2014/main" id="{DA781A97-0032-C596-427C-4DC6B6013D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51862" y="3001492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75"/>
    </mc:Choice>
    <mc:Fallback>
      <p:transition spd="slow" advTm="88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0A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F47AA-3370-9B0B-8F16-7957328F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">
            <a:extLst>
              <a:ext uri="{FF2B5EF4-FFF2-40B4-BE49-F238E27FC236}">
                <a16:creationId xmlns:a16="http://schemas.microsoft.com/office/drawing/2014/main" id="{D22DB6CE-AB40-DC77-9718-DE30AD0B0DFE}"/>
              </a:ext>
            </a:extLst>
          </p:cNvPr>
          <p:cNvSpPr/>
          <p:nvPr/>
        </p:nvSpPr>
        <p:spPr>
          <a:xfrm>
            <a:off x="640080" y="2657998"/>
            <a:ext cx="1091153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DEB24F48-BCF9-9831-7C7D-385D81663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14030"/>
            <a:ext cx="365760" cy="36576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80B72B35-B042-7D4A-CC46-074A39C84798}"/>
              </a:ext>
            </a:extLst>
          </p:cNvPr>
          <p:cNvSpPr/>
          <p:nvPr/>
        </p:nvSpPr>
        <p:spPr>
          <a:xfrm>
            <a:off x="1600200" y="2822590"/>
            <a:ext cx="9585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어제부터 </a:t>
            </a:r>
            <a:r>
              <a:rPr 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열이</a:t>
            </a: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나기 시작했는데 해열제 먹어도 잘 </a:t>
            </a:r>
            <a:r>
              <a:rPr lang="en-US" sz="18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</a:t>
            </a: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떨어지고, 오늘은 계속 자려고만 해요.</a:t>
            </a:r>
            <a:endParaRPr lang="en-US" sz="1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EC6F43-0C07-9ECB-14A5-7D14185106CB}"/>
              </a:ext>
            </a:extLst>
          </p:cNvPr>
          <p:cNvSpPr/>
          <p:nvPr/>
        </p:nvSpPr>
        <p:spPr>
          <a:xfrm>
            <a:off x="1600200" y="361811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A1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보호자</a:t>
            </a:r>
            <a:endParaRPr lang="en-US" sz="1200" dirty="0"/>
          </a:p>
        </p:txBody>
      </p:sp>
      <p:pic>
        <p:nvPicPr>
          <p:cNvPr id="25" name="오디오 8">
            <a:extLst>
              <a:ext uri="{FF2B5EF4-FFF2-40B4-BE49-F238E27FC236}">
                <a16:creationId xmlns:a16="http://schemas.microsoft.com/office/drawing/2014/main" id="{76A5DD5E-D491-06DB-E7A3-5D88FBF8E5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10975" y="291403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10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75"/>
    </mc:Choice>
    <mc:Fallback>
      <p:transition spd="slow" advTm="88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0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처치실로 들어서자 아이는 침대에 늘어져 있다. 평소라면 낯선 사람을 보고 울었을 아이지만, 지금은 눈을 뜨는 것조차 힘겨워 보인다.</a:t>
            </a: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항암치료 중이라는 병력이 머릿속에 경고음을 울리고,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당신은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곧바로 치프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당직과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중환자실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당직을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부른다.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38"/>
    </mc:Choice>
    <mc:Fallback>
      <p:transition spd="slow" advTm="863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9A1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920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88036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환자를 평가하고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적절한 진단과 치료 방침을 세우시오.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5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691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새벽 2시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 err="1">
                <a:solidFill>
                  <a:srgbClr val="F0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소아응급의료센터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5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정적을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깨는 전화벨소리 전화기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넘어로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119 구급대의 다급한 무선 보고가 들어온다.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5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640080" y="2697480"/>
            <a:ext cx="1091153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535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862072"/>
            <a:ext cx="9585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6세 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여아 보행자  </a:t>
            </a:r>
            <a:r>
              <a:rPr lang="en-US" altLang="ko-KR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입니다</a:t>
            </a:r>
            <a:r>
              <a:rPr 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지나가던 행인에 의해 신고되었고 보호자 연락은 돼서 </a:t>
            </a:r>
            <a:r>
              <a:rPr lang="ko-KR" altLang="en-US" sz="21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오고계십니다</a:t>
            </a:r>
            <a:r>
              <a:rPr lang="en-US" altLang="ko-KR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1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멘탈이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약간 쳐지고 있는데 수용 가능할까요</a:t>
            </a:r>
            <a:r>
              <a:rPr lang="en-US" altLang="ko-KR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6002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송파</a:t>
            </a:r>
            <a:r>
              <a:rPr lang="ko-KR" altLang="en-US" sz="1200" b="1" kern="0" spc="1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1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</a:t>
            </a:r>
            <a:r>
              <a:rPr lang="en-US" sz="1200" b="1" kern="0" spc="100" dirty="0" err="1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구급대</a:t>
            </a:r>
            <a:r>
              <a:rPr lang="en-US" sz="1200" b="1" kern="0" spc="1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pic>
        <p:nvPicPr>
          <p:cNvPr id="4" name="오디오 3">
            <a:extLst>
              <a:ext uri="{FF2B5EF4-FFF2-40B4-BE49-F238E27FC236}">
                <a16:creationId xmlns:a16="http://schemas.microsoft.com/office/drawing/2014/main" id="{112E9FD6-280C-6578-0B2C-1A8A56958D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12"/>
    </mc:Choice>
    <mc:Fallback>
      <p:transition spd="slow" advTm="11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5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1296785"/>
            <a:ext cx="9631375" cy="448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최대한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빨리 이송해달라고 답변하고 전화를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끊은지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얼마 되지 않아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사이렌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소리가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들리기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시작한다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처치실에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환자 받는 준비로 어수선하다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심상치 않은 손상 기전을 직감한 당신은 곧바로 치프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당직과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중환자실당직에게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상황을 알린다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팀이 모두 모인 순간, 환자가 도착한다.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144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920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88036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다같이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초기 평가와 처치 방침을 세우시오.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691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새벽 3시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 err="1">
                <a:solidFill>
                  <a:srgbClr val="D9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소아응급의료센터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응급실이 가장 고요해야 할 시간. 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정적을 깨는 것은 아이 엄마의 비명에 가까운 목소리다.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A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7AC61-44A5-DC7D-4713-5D4F9595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18E855BD-75D9-E010-584F-C871C2ADF85E}"/>
              </a:ext>
            </a:extLst>
          </p:cNvPr>
          <p:cNvSpPr/>
          <p:nvPr/>
        </p:nvSpPr>
        <p:spPr>
          <a:xfrm>
            <a:off x="640080" y="2716174"/>
            <a:ext cx="1091153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FD6887-AC67-FC5A-808C-46CE62ED2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72206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BE7FCA0C-0D10-BF21-1B47-E26E55E1464A}"/>
              </a:ext>
            </a:extLst>
          </p:cNvPr>
          <p:cNvSpPr/>
          <p:nvPr/>
        </p:nvSpPr>
        <p:spPr>
          <a:xfrm>
            <a:off x="1600200" y="2880766"/>
            <a:ext cx="9585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얘가 벌써 30분째 이러고 있어요! 눈을 뒤집고 계속 떨어요!!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AC314A6-1BE1-01CB-FA99-56E53F94AF25}"/>
              </a:ext>
            </a:extLst>
          </p:cNvPr>
          <p:cNvSpPr/>
          <p:nvPr/>
        </p:nvSpPr>
        <p:spPr>
          <a:xfrm>
            <a:off x="1600200" y="367629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4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보호자</a:t>
            </a:r>
            <a:endParaRPr lang="en-US" sz="1200" dirty="0"/>
          </a:p>
        </p:txBody>
      </p:sp>
      <p:pic>
        <p:nvPicPr>
          <p:cNvPr id="4" name="오디오 3">
            <a:extLst>
              <a:ext uri="{FF2B5EF4-FFF2-40B4-BE49-F238E27FC236}">
                <a16:creationId xmlns:a16="http://schemas.microsoft.com/office/drawing/2014/main" id="{E35BD255-FE47-3F84-A1C4-BCE6187267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00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64"/>
    </mc:Choice>
    <mc:Fallback>
      <p:transition spd="slow" advTm="61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"/>
          <p:cNvSpPr/>
          <p:nvPr/>
        </p:nvSpPr>
        <p:spPr>
          <a:xfrm>
            <a:off x="640080" y="2791001"/>
            <a:ext cx="1091153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47033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955593"/>
            <a:ext cx="9585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2일 전부터 열이 있었고, 1시간 전 갑자기 의식을 잃으며 전신 경련이 시작됐대요.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600200" y="375112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D4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간호사</a:t>
            </a:r>
            <a:endParaRPr lang="en-US" sz="1200" dirty="0"/>
          </a:p>
        </p:txBody>
      </p:sp>
      <p:pic>
        <p:nvPicPr>
          <p:cNvPr id="14" name="오디오 13">
            <a:extLst>
              <a:ext uri="{FF2B5EF4-FFF2-40B4-BE49-F238E27FC236}">
                <a16:creationId xmlns:a16="http://schemas.microsoft.com/office/drawing/2014/main" id="{E4A16858-890A-7250-9DD7-1357D92468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61"/>
    </mc:Choice>
    <mc:Fallback>
      <p:transition spd="slow" advTm="93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312" y="1454726"/>
            <a:ext cx="9631375" cy="323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보호자 품에 안겨 실려 온 아이는 여전히 전신을 떨고 있고, 입술은 이미 파랗게 변해가고 있다.</a:t>
            </a: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선생님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어떻게좀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해주세요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라며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소리지르는 보호자를 안정시키고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당신은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즉시 치프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당직과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중환자실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당직에게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상황을 공유한다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D4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920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88036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지체할 시간이 없다.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환자를 평가하고 즉각적인 처치를 시작하시오.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691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새벽</a:t>
            </a: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914400" y="3886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 err="1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소아응급의료센터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밤이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길게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느껴지는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r>
              <a:rPr lang="en-US" altLang="ko-KR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진짜 고생 많았다고 스스로 다독이던 중</a:t>
            </a:r>
            <a:r>
              <a:rPr lang="en-US" altLang="ko-KR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다급한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목소리가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조용한 응급실의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정적을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깬다.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640080" y="2697480"/>
            <a:ext cx="1091153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E2C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535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862072"/>
            <a:ext cx="9585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선생님, </a:t>
            </a:r>
            <a:r>
              <a:rPr lang="en-US" altLang="ko-KR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ko-KR" altLang="en-US" sz="2100" i="1" dirty="0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살 남자아이인데 너무 헐떡거리고 힘들어해서 처치실에 </a:t>
            </a:r>
            <a:r>
              <a:rPr lang="ko-KR" altLang="en-US" sz="2100" i="1" dirty="0" err="1">
                <a:solidFill>
                  <a:srgbClr val="1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눕혀놨어요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60020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간호사</a:t>
            </a:r>
            <a:r>
              <a:rPr lang="en-US" sz="1200" b="1" kern="0" spc="1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pic>
        <p:nvPicPr>
          <p:cNvPr id="2" name="오디오 15">
            <a:extLst>
              <a:ext uri="{FF2B5EF4-FFF2-40B4-BE49-F238E27FC236}">
                <a16:creationId xmlns:a16="http://schemas.microsoft.com/office/drawing/2014/main" id="{4B7544A8-45C7-E284-2504-72F1408673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63074" y="5009676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처치실 문을 열자마자, 아이의 거친 숨소리와 뚜렷한 늑간 함몰이 눈에 들어온다.</a:t>
            </a: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심상치 않음을 직감한 당신은 즉시 치프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당직과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중환자실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당직에게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연락을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한다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곧 그들도 처치실로 합류한다.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52448-8E5C-6522-EF04-5694064B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6CA41D9-6155-6448-F10B-69F7588D4579}"/>
              </a:ext>
            </a:extLst>
          </p:cNvPr>
          <p:cNvSpPr/>
          <p:nvPr/>
        </p:nvSpPr>
        <p:spPr>
          <a:xfrm>
            <a:off x="1280160" y="246888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선생님 저희 아이 좀 봐주세요 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숨쉬는게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너무 </a:t>
            </a:r>
            <a:r>
              <a:rPr lang="ko-KR" altLang="en-US" sz="2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힘들어보여서</a:t>
            </a:r>
            <a:r>
              <a:rPr lang="ko-KR" alt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왔어요</a:t>
            </a:r>
            <a:endParaRPr lang="en-US" altLang="ko-KR" sz="2600" i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499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1920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88036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환자를 평가하고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적절한 진단 및 치료 방침을 세우시오.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405</Words>
  <Application>Microsoft Macintosh PowerPoint</Application>
  <PresentationFormat>와이드스크린</PresentationFormat>
  <Paragraphs>77</Paragraphs>
  <Slides>23</Slides>
  <Notes>23</Notes>
  <HiddenSlides>0</HiddenSlides>
  <MMClips>6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소아 응급 시뮬레이션 — 상황 도입 (통합)</dc:title>
  <dc:subject>PptxGenJS Presentation</dc:subject>
  <dc:creator>AMC 소아청소년과</dc:creator>
  <cp:lastModifiedBy>ChunMinkyo</cp:lastModifiedBy>
  <cp:revision>6</cp:revision>
  <dcterms:created xsi:type="dcterms:W3CDTF">2026-07-01T01:55:04Z</dcterms:created>
  <dcterms:modified xsi:type="dcterms:W3CDTF">2026-07-05T01:24:11Z</dcterms:modified>
</cp:coreProperties>
</file>
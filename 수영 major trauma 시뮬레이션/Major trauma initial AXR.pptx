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02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81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2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9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05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1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25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94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55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12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89149-98FC-4926-B887-F2590CC174BD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234E0-D0FF-4FBE-903A-D3CBF9199A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207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83" y="-1"/>
            <a:ext cx="51212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2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2026-05-10T05:21:31Z</dcterms:created>
  <dcterms:modified xsi:type="dcterms:W3CDTF">2026-05-10T05:22:00Z</dcterms:modified>
</cp:coreProperties>
</file>
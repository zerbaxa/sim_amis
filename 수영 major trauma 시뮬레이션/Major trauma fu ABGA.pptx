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0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BEAD8-6B69-466E-AAAC-6F9790A4E1C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C67C-FBFB-4F6E-B5C9-2F2906679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79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BEAD8-6B69-466E-AAAC-6F9790A4E1C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C67C-FBFB-4F6E-B5C9-2F2906679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817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BEAD8-6B69-466E-AAAC-6F9790A4E1C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C67C-FBFB-4F6E-B5C9-2F2906679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864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BEAD8-6B69-466E-AAAC-6F9790A4E1C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C67C-FBFB-4F6E-B5C9-2F2906679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431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BEAD8-6B69-466E-AAAC-6F9790A4E1C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C67C-FBFB-4F6E-B5C9-2F2906679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036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BEAD8-6B69-466E-AAAC-6F9790A4E1C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C67C-FBFB-4F6E-B5C9-2F2906679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241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BEAD8-6B69-466E-AAAC-6F9790A4E1C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C67C-FBFB-4F6E-B5C9-2F2906679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75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BEAD8-6B69-466E-AAAC-6F9790A4E1C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C67C-FBFB-4F6E-B5C9-2F2906679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671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BEAD8-6B69-466E-AAAC-6F9790A4E1C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C67C-FBFB-4F6E-B5C9-2F2906679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BEAD8-6B69-466E-AAAC-6F9790A4E1C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C67C-FBFB-4F6E-B5C9-2F2906679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637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BEAD8-6B69-466E-AAAC-6F9790A4E1C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FC67C-FBFB-4F6E-B5C9-2F2906679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480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BEAD8-6B69-466E-AAAC-6F9790A4E1C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FC67C-FBFB-4F6E-B5C9-2F29066799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97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775" y="159391"/>
            <a:ext cx="9318450" cy="656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353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1</cp:revision>
  <dcterms:created xsi:type="dcterms:W3CDTF">2026-05-10T05:31:52Z</dcterms:created>
  <dcterms:modified xsi:type="dcterms:W3CDTF">2026-05-10T05:32:34Z</dcterms:modified>
</cp:coreProperties>
</file>
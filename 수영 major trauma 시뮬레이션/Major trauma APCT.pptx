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D73F2-14FE-499E-82D0-D07EEB368424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E9717-F6AC-47BF-80C1-7DB8DE489F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9036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D73F2-14FE-499E-82D0-D07EEB368424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E9717-F6AC-47BF-80C1-7DB8DE489F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8874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D73F2-14FE-499E-82D0-D07EEB368424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E9717-F6AC-47BF-80C1-7DB8DE489F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031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D73F2-14FE-499E-82D0-D07EEB368424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E9717-F6AC-47BF-80C1-7DB8DE489F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245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D73F2-14FE-499E-82D0-D07EEB368424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E9717-F6AC-47BF-80C1-7DB8DE489F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5685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D73F2-14FE-499E-82D0-D07EEB368424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E9717-F6AC-47BF-80C1-7DB8DE489F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2591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D73F2-14FE-499E-82D0-D07EEB368424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E9717-F6AC-47BF-80C1-7DB8DE489F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5384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D73F2-14FE-499E-82D0-D07EEB368424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E9717-F6AC-47BF-80C1-7DB8DE489F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4320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D73F2-14FE-499E-82D0-D07EEB368424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E9717-F6AC-47BF-80C1-7DB8DE489F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2198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D73F2-14FE-499E-82D0-D07EEB368424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E9717-F6AC-47BF-80C1-7DB8DE489F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9022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D73F2-14FE-499E-82D0-D07EEB368424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E9717-F6AC-47BF-80C1-7DB8DE489F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719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BD73F2-14FE-499E-82D0-D07EEB368424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6E9717-F6AC-47BF-80C1-7DB8DE489F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5899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650" y="-29511"/>
            <a:ext cx="5600700" cy="691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080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admin</cp:lastModifiedBy>
  <cp:revision>1</cp:revision>
  <dcterms:created xsi:type="dcterms:W3CDTF">2026-05-10T05:34:10Z</dcterms:created>
  <dcterms:modified xsi:type="dcterms:W3CDTF">2026-05-10T05:34:31Z</dcterms:modified>
</cp:coreProperties>
</file>
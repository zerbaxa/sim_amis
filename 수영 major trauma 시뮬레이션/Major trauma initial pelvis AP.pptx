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8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68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30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18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68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85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6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88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59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24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016E0-2209-4A37-B1D6-CB7DED5C14B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9F958-0400-472E-A0E8-407B7374E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08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8" y="18466"/>
            <a:ext cx="5205177" cy="68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3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2026-05-10T05:23:16Z</dcterms:created>
  <dcterms:modified xsi:type="dcterms:W3CDTF">2026-05-10T05:24:09Z</dcterms:modified>
</cp:coreProperties>
</file>
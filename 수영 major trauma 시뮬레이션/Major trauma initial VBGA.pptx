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14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7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94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13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8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07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19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32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486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62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C6A10-1752-4CB9-B452-624B85B94B9B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C8A37-8D7B-48D6-B6E3-C622D9A12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75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11" y="-69850"/>
            <a:ext cx="10279177" cy="39377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11" y="3867943"/>
            <a:ext cx="10304362" cy="319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6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2026-05-10T05:24:17Z</dcterms:created>
  <dcterms:modified xsi:type="dcterms:W3CDTF">2026-05-10T05:24:52Z</dcterms:modified>
</cp:coreProperties>
</file>
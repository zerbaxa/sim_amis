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02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72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4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44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52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88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9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0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78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801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8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412A6-58DA-417A-8480-FBE8FD0776B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5ED07-D336-4AF4-B989-DCA321295C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97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49" y="0"/>
            <a:ext cx="4258471" cy="35568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835" y="0"/>
            <a:ext cx="3635926" cy="35568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50" y="3491437"/>
            <a:ext cx="4258471" cy="3395858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4165834" y="3491437"/>
            <a:ext cx="4122489" cy="3366563"/>
            <a:chOff x="4165834" y="3491437"/>
            <a:chExt cx="4360133" cy="3366563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5834" y="3491437"/>
              <a:ext cx="4360133" cy="3366563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6140740" y="5420785"/>
              <a:ext cx="176169" cy="62767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323" y="3523227"/>
            <a:ext cx="4005347" cy="33347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185" y="-1"/>
            <a:ext cx="4508485" cy="352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5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created xsi:type="dcterms:W3CDTF">2026-05-10T06:19:18Z</dcterms:created>
  <dcterms:modified xsi:type="dcterms:W3CDTF">2026-05-10T06:30:34Z</dcterms:modified>
</cp:coreProperties>
</file>
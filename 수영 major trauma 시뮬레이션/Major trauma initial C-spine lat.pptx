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3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10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74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41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9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0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063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78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71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59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624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628E6-F8DC-41EA-B06D-135D719BBF8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0C617-4FAA-41F8-812E-9F352F255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20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458" y="0"/>
            <a:ext cx="4885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7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2026-05-10T05:22:05Z</dcterms:created>
  <dcterms:modified xsi:type="dcterms:W3CDTF">2026-05-10T05:23:07Z</dcterms:modified>
</cp:coreProperties>
</file>
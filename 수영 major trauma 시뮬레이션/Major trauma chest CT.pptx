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46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99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98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17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18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670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33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34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64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65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CE3B8-561B-464F-86BB-5239B027D261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9BA1D-FD53-4020-BC95-75080C1345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9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948"/>
            <a:ext cx="5989739" cy="55263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39" y="697949"/>
            <a:ext cx="6202261" cy="552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74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2026-05-10T05:32:58Z</dcterms:created>
  <dcterms:modified xsi:type="dcterms:W3CDTF">2026-05-10T05:33:58Z</dcterms:modified>
</cp:coreProperties>
</file>
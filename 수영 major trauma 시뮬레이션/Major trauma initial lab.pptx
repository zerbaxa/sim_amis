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0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BB64-D3DA-4D25-9CD5-7073E91A294E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C0798-B492-4729-A296-1A0B624F1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4677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BB64-D3DA-4D25-9CD5-7073E91A294E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C0798-B492-4729-A296-1A0B624F1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458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BB64-D3DA-4D25-9CD5-7073E91A294E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C0798-B492-4729-A296-1A0B624F1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9872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BB64-D3DA-4D25-9CD5-7073E91A294E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C0798-B492-4729-A296-1A0B624F1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5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BB64-D3DA-4D25-9CD5-7073E91A294E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C0798-B492-4729-A296-1A0B624F1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2792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BB64-D3DA-4D25-9CD5-7073E91A294E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C0798-B492-4729-A296-1A0B624F1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4019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BB64-D3DA-4D25-9CD5-7073E91A294E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C0798-B492-4729-A296-1A0B624F1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919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BB64-D3DA-4D25-9CD5-7073E91A294E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C0798-B492-4729-A296-1A0B624F1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183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BB64-D3DA-4D25-9CD5-7073E91A294E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C0798-B492-4729-A296-1A0B624F1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3366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BB64-D3DA-4D25-9CD5-7073E91A294E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C0798-B492-4729-A296-1A0B624F1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3336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EBB64-D3DA-4D25-9CD5-7073E91A294E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6C0798-B492-4729-A296-1A0B624F1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86450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3EBB64-D3DA-4D25-9CD5-7073E91A294E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6C0798-B492-4729-A296-1A0B624F125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201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210" y="0"/>
            <a:ext cx="906358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761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0"/>
            <a:ext cx="7047271" cy="697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0464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admin</dc:creator>
  <cp:lastModifiedBy>admin</cp:lastModifiedBy>
  <cp:revision>1</cp:revision>
  <dcterms:created xsi:type="dcterms:W3CDTF">2026-05-10T05:25:17Z</dcterms:created>
  <dcterms:modified xsi:type="dcterms:W3CDTF">2026-05-10T05:31:39Z</dcterms:modified>
</cp:coreProperties>
</file>
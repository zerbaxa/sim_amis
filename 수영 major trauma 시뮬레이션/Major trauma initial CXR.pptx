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20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92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87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4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6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51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4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39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30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3AE85-CF02-412A-968D-8F4B2977D7C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E5C11-897F-4FF0-9C87-DF876A7735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51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9" y="-19118"/>
            <a:ext cx="5586412" cy="68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2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2026-05-10T05:20:37Z</dcterms:created>
  <dcterms:modified xsi:type="dcterms:W3CDTF">2026-05-10T05:21:24Z</dcterms:modified>
</cp:coreProperties>
</file>